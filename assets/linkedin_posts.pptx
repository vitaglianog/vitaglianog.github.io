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6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27EB0-50E0-424A-BACA-BF8691A0D2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5F2334-56BF-4BB9-A2F7-B6297BF6C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87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5F2334-56BF-4BB9-A2F7-B6297BF6C2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5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DF6E-5C39-01B9-FDC7-2C6AA02F7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8C834-6DFD-8CED-E8E0-9723A4049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B613B-B00B-EB60-138E-E832F7A91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C9F8C-27AB-2E09-9057-B7A905A5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09400-7497-882D-B09A-DAB439128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1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66F5-EAA3-65A2-C46D-3D7EFE11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C19B0-8825-8CB0-3D34-414267495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7BAE7-EEBD-BA5B-2A05-F996F627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10E3A-80F1-9EDE-2920-4AD384B7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63CE4-2035-7842-AE66-367D2B314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27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96500-C26A-F579-61F4-2AB07751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0FFD3-1BD7-7A41-7842-8A752C6CE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B7210-FFB4-171E-B409-8CD61C459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1F39A-D03E-C68A-A977-2FA03F3E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73F0D-3C60-2E38-CE5D-09AB6A1C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5AFC-BE13-45CC-FCAB-96C25F61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28986-0286-5BDB-6289-FB688FD4F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275D4-376C-8F48-E2E4-23517313F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47EFF-9BC8-3CC2-456C-872C2E8A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15C7D-4CA2-EFDF-E062-3F4FFBB2D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79FEC-0B3D-41B2-706F-841AE90C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01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4E0D-96EA-5532-220D-B4F21D78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60646-F9E2-C0E2-D8DA-CF5A63B5A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EE400-EE6A-960A-5D04-C8A5C66D3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F25B73-FA6F-0906-8A1C-DB0BE859A4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3AA73-4947-DE03-D9A5-190F6D59F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DD20F-9F3D-58F3-F6FC-1570E185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12F4D9-10A1-B146-DA0F-B0796A50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D5E00B-E188-B258-D5EF-6DD55602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77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F87C7-D988-4C01-FF41-0B1E9FCC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F0DD5-8F1F-F801-3725-BAC8D05F9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FF0B0-79B1-4433-5108-E03B064E8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1590E-B6BD-63E8-AD8D-421A9CEB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0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DAEE74-876E-C41B-C02F-86C92138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FE622-2FEA-81E1-725A-8C4B55D0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C702A-C9C2-3C06-F5DA-2EAB6BC76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62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D6356-76A6-8955-D305-E7A110D6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F38CD-F702-18D2-3D85-20476C9DC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B1C2F-36A6-86AD-9433-47254CCBCA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57A00-8C9F-B2B1-55D3-D887AEEF1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4D1C2-02D7-F1A9-E1C0-E95FCE6F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7A962-A7EB-7F85-62A8-A90D1D402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5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46FC-45E8-0702-B7C0-9636AB61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148135-BB31-CE4E-495D-041F954B93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F33DBF-4008-BB14-FED0-A224B7A4A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ECCE3-0E1D-A26E-DEC8-4AF1561E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E4BA8-6495-4554-8F46-7172E75B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B08BA-CEDE-8E9B-4EAF-5A68A035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31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6E75E-2483-5B4D-AF69-CFB1C02D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CC025-FDD4-0873-7BED-606F75EA6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0B95D-A9E7-065C-CB90-23911C80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3488C-96DA-E24D-FF19-3BADC134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D1C17-B774-7070-A5AD-0A8CBB6A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F9D02-DE09-D499-ADBE-A69E128BB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159537-25B3-7C63-7A2B-EE6AE2AD8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08787-F9D4-614B-7462-CB3F97AA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95B78-1D35-9727-6CE3-676B56F9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394FB-77C6-96F2-A133-4C8FBEBB5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2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C49DF-3420-B150-D518-28D6310CD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E2C1B-32A4-11B5-EFDA-5B7CD4395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9C609-1DBE-1C3B-9846-64D90CB60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D9E49-7143-4ABA-A7F8-130501F756BA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4ACAE-762D-4B50-0E1E-5B06D2A1C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EFC07-C534-E77D-CCA7-B829A0162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4F5DB-D799-4BA9-8225-AE160BF7FC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21D49-7E71-874D-8E95-8C8C04E1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384" y="0"/>
            <a:ext cx="59552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49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DE5B68-BACE-A36F-831F-BE55B17B3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649" y="87340"/>
            <a:ext cx="6012701" cy="66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64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2D75E-B6F8-E35F-229B-FBEF3584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891" y="209271"/>
            <a:ext cx="5982218" cy="643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54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14A6A6-83DE-7C91-C54C-10CA9E364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452" y="0"/>
            <a:ext cx="59430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05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A337F7-1898-C704-EC56-FFC9D5B62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787" y="514097"/>
            <a:ext cx="6058425" cy="582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6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51D42B-8ADE-6EC0-F312-15DBE5ED5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787" y="464563"/>
            <a:ext cx="6058425" cy="592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8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BC256E-C543-0F10-62BC-E46CD2D14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667" y="0"/>
            <a:ext cx="59866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93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4F518F-E792-2E4E-9FB4-872E3624D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342632"/>
            <a:ext cx="6035563" cy="61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18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D2AF7B-E447-E593-8B30-AF2FF5384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615" y="201650"/>
            <a:ext cx="5890770" cy="645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43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1A38B5-EC37-3D36-C4A4-D545317BC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029" y="155926"/>
            <a:ext cx="6027942" cy="654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15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08E709-7B38-EB7A-8B7F-40435FA5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63" y="232133"/>
            <a:ext cx="6149873" cy="639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845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1840A3-6FF6-3F5A-DAF2-F6F67814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857027"/>
            <a:ext cx="6035563" cy="514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79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BABD73-ED92-47A7-9C96-DA7B99765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029" y="369305"/>
            <a:ext cx="6027942" cy="61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929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9C3F08-7AD5-5ED0-FC15-BF0640626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67" y="83530"/>
            <a:ext cx="6073666" cy="66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6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8C91DA-93D1-95D3-4CBE-69DFC6526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408" y="331201"/>
            <a:ext cx="6043184" cy="619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91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CA322F-BF96-D38B-6F4B-F123D843F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830" y="0"/>
            <a:ext cx="59183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0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DAFC8D-37D5-F6C5-19B6-BBAC7278D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546" y="277857"/>
            <a:ext cx="6088908" cy="63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99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E6C222-0B2D-BF06-69B1-03B484F0D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925" y="167357"/>
            <a:ext cx="6104149" cy="652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93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</Words>
  <Application>Microsoft Office PowerPoint</Application>
  <PresentationFormat>Widescreen</PresentationFormat>
  <Paragraphs>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Gerardo Vitagliano</dc:creator>
  <cp:lastModifiedBy>Gerardo Vitagliano</cp:lastModifiedBy>
  <cp:revision>1</cp:revision>
  <dcterms:created xsi:type="dcterms:W3CDTF">2026-08-27T16:42:13Z</dcterms:created>
  <dcterms:modified xsi:type="dcterms:W3CDTF">2026-08-27T16:49:41Z</dcterms:modified>
</cp:coreProperties>
</file>